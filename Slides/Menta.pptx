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0" d="100"/>
          <a:sy n="40" d="100"/>
        </p:scale>
        <p:origin x="672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94"/>
            <a:ext cx="20104100" cy="113085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C31492-9E72-4155-B190-5F666DA06568}"/>
              </a:ext>
            </a:extLst>
          </p:cNvPr>
          <p:cNvSpPr txBox="1"/>
          <p:nvPr/>
        </p:nvSpPr>
        <p:spPr>
          <a:xfrm>
            <a:off x="6165850" y="6416675"/>
            <a:ext cx="815340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3200" b="1" dirty="0"/>
              <a:t>Silence the stigma, not the conversation</a:t>
            </a:r>
            <a:endParaRPr lang="LID4096" sz="3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050" y="794"/>
            <a:ext cx="20104100" cy="113085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12CCB5-F503-8438-0861-999C4274A2A0}"/>
              </a:ext>
            </a:extLst>
          </p:cNvPr>
          <p:cNvSpPr txBox="1"/>
          <p:nvPr/>
        </p:nvSpPr>
        <p:spPr>
          <a:xfrm>
            <a:off x="10356850" y="5883275"/>
            <a:ext cx="8610600" cy="206210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3200" dirty="0"/>
              <a:t>Menta provides real-time, personalized analysis of your mental health. It helps you understand your patterns, manage stress, and build resilience—all at your own comfort.</a:t>
            </a:r>
            <a:endParaRPr lang="LID4096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Words>38</Words>
  <Application>Microsoft Office PowerPoint</Application>
  <PresentationFormat>Custom</PresentationFormat>
  <Paragraphs>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Brian .</cp:lastModifiedBy>
  <cp:revision>1</cp:revision>
  <dcterms:created xsi:type="dcterms:W3CDTF">2025-11-07T10:19:48Z</dcterms:created>
  <dcterms:modified xsi:type="dcterms:W3CDTF">2025-11-07T11:04:10Z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2025-11-07T00:00:00Z</vt:filetime>
  </property>
  <property fmtid="{D5CDD505-2E9C-101B-9397-08002B2CF9AE}" pid="3" name="LastSaved">
    <vt:filetime>2025-11-07T00:00:00Z</vt:filetime>
  </property>
  <property fmtid="{D5CDD505-2E9C-101B-9397-08002B2CF9AE}" pid="4" name="Producer">
    <vt:lpwstr>3-Heights(TM) PDF Security Shell 4.8.25.2 (http://www.pdf-tools.com)</vt:lpwstr>
  </property>
</Properties>
</file>